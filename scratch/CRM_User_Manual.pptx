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CRM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User Manual for Admins and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Tenant Admin Manual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overview of total revenue and deals.</a:t>
            </a:r>
          </a:p>
          <a:p>
            <a:r>
              <a:t>Track team performance and agent activities.</a:t>
            </a:r>
          </a:p>
          <a:p>
            <a:r>
              <a:t>Identify bottlenecks in pipelines.</a:t>
            </a:r>
          </a:p>
          <a:p>
            <a:r>
              <a:t>Monitor recent activities across the organization.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Lead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new leads manually or via import.</a:t>
            </a:r>
          </a:p>
          <a:p>
            <a:r>
              <a:t>Deduplication checks to prevent double entries.</a:t>
            </a:r>
          </a:p>
          <a:p>
            <a:r>
              <a:t>Edit lead details and assign to specific agents.</a:t>
            </a:r>
          </a:p>
          <a:p>
            <a:r>
              <a:t>Convert qualified leads into Accounts and Contacts.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Contact &amp; Account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360-degree view of Contact Profiles.</a:t>
            </a:r>
          </a:p>
          <a:p>
            <a:r>
              <a:t>Manage linked Deals, Activities, and Notes.</a:t>
            </a:r>
          </a:p>
          <a:p>
            <a:r>
              <a:t>View and edit Account (Company) details.</a:t>
            </a:r>
          </a:p>
          <a:p>
            <a:r>
              <a:t>Track all communications linked to an Account.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Deals &amp; Custom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Kanban-style Pipeline view (Drag &amp; Drop).</a:t>
            </a:r>
          </a:p>
          <a:p>
            <a:r>
              <a:t>Add and Edit deals, configure Deal Values.</a:t>
            </a:r>
          </a:p>
          <a:p>
            <a:r>
              <a:t>Move deals through custom stages.</a:t>
            </a:r>
          </a:p>
          <a:p>
            <a:r>
              <a:t>Mark Deals as Won or Lost (with Lost Reason tracking).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Omnichannel: Email &amp;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and manage Email Templates.</a:t>
            </a:r>
          </a:p>
          <a:p>
            <a:r>
              <a:t>Send automated or manual emails directly from CRM.</a:t>
            </a:r>
          </a:p>
          <a:p>
            <a:r>
              <a:t>Gmail integration to sync inbox and sent items.</a:t>
            </a:r>
          </a:p>
          <a:p>
            <a:r>
              <a:t>Configure Automated Sequences for drip campaigns.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Omnichannel: Voice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Quick Dialer using Twilio integration.</a:t>
            </a:r>
          </a:p>
          <a:p>
            <a:r>
              <a:t>View comprehensive Call Logs.</a:t>
            </a:r>
          </a:p>
          <a:p>
            <a:r>
              <a:t>Call statistics and metrics tracking.</a:t>
            </a:r>
          </a:p>
          <a:p>
            <a:r>
              <a:t>Click-to-call functionality from Contact profiles.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Omnichannel: WhatsApp &amp; Internal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WhatsApp Bubbles for direct customer messaging.</a:t>
            </a:r>
          </a:p>
          <a:p>
            <a:r>
              <a:t>Full history of WhatsApp conversations.</a:t>
            </a:r>
          </a:p>
          <a:p>
            <a:r>
              <a:t>Teammates Chat for internal agent-to-agent collaboration.</a:t>
            </a:r>
          </a:p>
          <a:p>
            <a:r>
              <a:t>Internal Notes on Leads/Deals invisible to customers.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Document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contracts, invoices, and proposals.</a:t>
            </a:r>
          </a:p>
          <a:p>
            <a:r>
              <a:t>Preview documents directly in the browser.</a:t>
            </a:r>
          </a:p>
          <a:p>
            <a:r>
              <a:t>Link documents to specific Deals or Contacts.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Productivity &amp; Calendars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Calendar Sync for two-way event tracking.</a:t>
            </a:r>
          </a:p>
          <a:p>
            <a:r>
              <a:t>Create Tasks, Reminders, and Meetings.</a:t>
            </a:r>
          </a:p>
          <a:p>
            <a:r>
              <a:t>Receive Push Notifications for upcoming activities.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Settings &amp; User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Invite new Users and manage Roles (Admin vs. Agent).</a:t>
            </a:r>
          </a:p>
          <a:p>
            <a:r>
              <a:t>Detailed Permission Editor for granular access control.</a:t>
            </a:r>
          </a:p>
          <a:p>
            <a:r>
              <a:t>Configure custom Pipeline Stages.</a:t>
            </a:r>
          </a:p>
          <a:p>
            <a:r>
              <a:t>Manage app integrations (Google, Twilio, WhatsApp).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Privacy, Compliance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Audit Logs to track all user actions.</a:t>
            </a:r>
          </a:p>
          <a:p>
            <a:r>
              <a:t>Consent Logs and Data Breach tracking for GDPR.</a:t>
            </a:r>
          </a:p>
          <a:p>
            <a:r>
              <a:t>Submit Support Tickets to the Platform Provider.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Agent Manual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Agent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view of assigned Tasks and Deals.</a:t>
            </a:r>
          </a:p>
          <a:p>
            <a:r>
              <a:t>Track individual performance and quotas.</a:t>
            </a:r>
          </a:p>
          <a:p>
            <a:r>
              <a:t>Quick access to today's scheduled activities.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Managing Assigned Leads &amp; Deals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only Leads and Deals assigned to you.</a:t>
            </a:r>
          </a:p>
          <a:p>
            <a:r>
              <a:t>Update Deal stages as you progress.</a:t>
            </a:r>
          </a:p>
          <a:p>
            <a:r>
              <a:t>Add Internal Notes for context.</a:t>
            </a:r>
          </a:p>
          <a:p>
            <a:r>
              <a:t>Log manual activities (calls made, emails sent).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Communications (Agent)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Quick Dialer to call assigned Contacts.</a:t>
            </a:r>
          </a:p>
          <a:p>
            <a:r>
              <a:t>Send WhatsApp messages directly to Leads.</a:t>
            </a:r>
          </a:p>
          <a:p>
            <a:r>
              <a:t>Email Contacts using pre-approved Templates.</a:t>
            </a:r>
          </a:p>
          <a:p>
            <a:r>
              <a:t>Chat with Admins or peers via Teammates Chat.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Calendar &amp;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your personal calendar.</a:t>
            </a:r>
          </a:p>
          <a:p>
            <a:r>
              <a:t>Check off completed tasks.</a:t>
            </a:r>
          </a:p>
          <a:p>
            <a:r>
              <a:t>Sync personal Google Calendar.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Profile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your personal profile information.</a:t>
            </a:r>
          </a:p>
          <a:p>
            <a:r>
              <a:t>Change your password securely.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solidFill>
            <a:srgbClr val="E6E6E6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[PLACEHOLDER FOR SCREENSHOT]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